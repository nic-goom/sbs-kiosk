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6" r:id="rId4"/>
    <p:sldId id="259" r:id="rId5"/>
    <p:sldId id="267" r:id="rId6"/>
    <p:sldId id="262" r:id="rId7"/>
    <p:sldId id="258" r:id="rId8"/>
    <p:sldId id="268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 Goom" userId="5181bea0-5e84-40c9-b5f6-e8f59f954966" providerId="ADAL" clId="{17CEC3E5-895A-42E9-89EC-219796F5051D}"/>
    <pc:docChg chg="custSel modSld">
      <pc:chgData name="Nic Goom" userId="5181bea0-5e84-40c9-b5f6-e8f59f954966" providerId="ADAL" clId="{17CEC3E5-895A-42E9-89EC-219796F5051D}" dt="2026-05-05T11:30:08.347" v="200" actId="20577"/>
      <pc:docMkLst>
        <pc:docMk/>
      </pc:docMkLst>
      <pc:sldChg chg="modSp mod">
        <pc:chgData name="Nic Goom" userId="5181bea0-5e84-40c9-b5f6-e8f59f954966" providerId="ADAL" clId="{17CEC3E5-895A-42E9-89EC-219796F5051D}" dt="2026-05-05T11:30:08.347" v="200" actId="20577"/>
        <pc:sldMkLst>
          <pc:docMk/>
          <pc:sldMk cId="714116828" sldId="264"/>
        </pc:sldMkLst>
        <pc:spChg chg="mod">
          <ac:chgData name="Nic Goom" userId="5181bea0-5e84-40c9-b5f6-e8f59f954966" providerId="ADAL" clId="{17CEC3E5-895A-42E9-89EC-219796F5051D}" dt="2026-05-05T11:30:08.347" v="200" actId="20577"/>
          <ac:spMkLst>
            <pc:docMk/>
            <pc:sldMk cId="714116828" sldId="264"/>
            <ac:spMk id="3" creationId="{B932B1E5-00D0-46F0-E3E4-E6D75B7DE5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7EA01-F562-4663-9036-877769CB1572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955B6-829F-4DAD-B8C5-3792F7DD0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81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choices</a:t>
            </a:r>
            <a:br>
              <a:rPr lang="en-US" dirty="0"/>
            </a:br>
            <a:r>
              <a:rPr lang="en-US" dirty="0"/>
              <a:t>You don’t always get everything you want</a:t>
            </a:r>
            <a:br>
              <a:rPr lang="en-US" dirty="0"/>
            </a:br>
            <a:r>
              <a:rPr lang="en-US" dirty="0"/>
              <a:t>You have to decide what matters most</a:t>
            </a:r>
          </a:p>
          <a:p>
            <a:r>
              <a:rPr lang="en-US" dirty="0"/>
              <a:t>How we support young people</a:t>
            </a:r>
            <a:br>
              <a:rPr lang="en-US" dirty="0"/>
            </a:br>
            <a:r>
              <a:rPr lang="en-US" dirty="0"/>
              <a:t>Budgeting help</a:t>
            </a:r>
            <a:br>
              <a:rPr lang="en-US" dirty="0"/>
            </a:br>
            <a:r>
              <a:rPr lang="en-US" dirty="0" err="1"/>
              <a:t>Help</a:t>
            </a:r>
            <a:r>
              <a:rPr lang="en-US" dirty="0"/>
              <a:t> with costs</a:t>
            </a:r>
            <a:br>
              <a:rPr lang="en-US" dirty="0"/>
            </a:br>
            <a:r>
              <a:rPr lang="en-US" dirty="0"/>
              <a:t>Advice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955B6-829F-4DAD-B8C5-3792F7DD00F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0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 kind</a:t>
            </a:r>
            <a:br>
              <a:rPr lang="en-US" dirty="0"/>
            </a:br>
            <a:r>
              <a:rPr lang="en-US" dirty="0"/>
              <a:t>Include others</a:t>
            </a:r>
            <a:br>
              <a:rPr lang="en-US" dirty="0"/>
            </a:br>
            <a:r>
              <a:rPr lang="en-US" dirty="0"/>
              <a:t>Share what you’ve learned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Everyone deserves…</a:t>
            </a:r>
            <a:br>
              <a:rPr lang="en-US" dirty="0"/>
            </a:br>
            <a:r>
              <a:rPr lang="en-US" dirty="0"/>
              <a:t>- A safe place</a:t>
            </a:r>
            <a:br>
              <a:rPr lang="en-US" dirty="0"/>
            </a:br>
            <a:r>
              <a:rPr lang="en-US" dirty="0"/>
              <a:t>- Essentials</a:t>
            </a:r>
            <a:br>
              <a:rPr lang="en-US" dirty="0"/>
            </a:br>
            <a:r>
              <a:rPr lang="en-US" dirty="0"/>
              <a:t>- Support</a:t>
            </a:r>
            <a:br>
              <a:rPr lang="en-US" dirty="0"/>
            </a:br>
            <a:r>
              <a:rPr lang="en-US" dirty="0"/>
              <a:t>- A future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955B6-829F-4DAD-B8C5-3792F7DD00F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41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5314-3C1B-20E3-CE66-ED0CD3F1D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83892-E8CA-CD6F-3C06-18B33F7C8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4EA5D-F7A0-0589-04F8-AD7DB2C8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CBCD-55BE-061F-5EBC-202CC3C4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B2B84-39A3-F1AB-68C5-3869513B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72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C7AF-536A-A582-0439-D5140ED4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0A61-7FCB-3FBD-1A83-50E9D83B6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B166A-C8F6-53B1-9CCB-1758842C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35F9-C284-4E3B-A03B-F6198565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5A60F-0B3B-13BA-7853-25F79D07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24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D158-6366-CB89-7D09-B8A0467D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9D405-9262-3163-4E90-03836A157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3C3B9-1B87-C6F4-582E-7C10C549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A11B-09C6-C964-481E-E2A0C7FA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12BE-311F-01C4-4960-A10C1F93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31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1F46-FC9F-9979-2324-D60B98FF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8241-D059-4426-E881-C42E250CA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C17EE-9BEF-6207-AC03-02DA7609A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8EB3C-33C5-797B-55BD-53F1A34C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2E118-F1C6-BD97-5303-3C808A5A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C2713-9116-519C-6A19-5C8BC82C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22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42E1-C046-D0E2-3879-A91F4D5B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C763-D023-C96F-D6F2-4E4835F5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FD27D-C02B-9442-7B4B-0B3C606A9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CE215-1F2E-E469-681C-8022431AF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465E2-5B72-7656-DEE0-028D64072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CD34E-F448-61B8-2CF8-37927453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17BD7-3840-8753-EC97-186860C9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0236E-DF52-8585-66C5-2FB01B57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98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5735-EB57-2DCD-591B-DC5F9049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F72B4-0563-FDEF-FBBB-9B183EAD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89D09-5414-9F70-EA13-2A4FF468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D0675-88C8-43A5-070C-0E9F3B2C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78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6748A-E1D4-9A57-1D4E-46AD925E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1CA90-83A5-E385-7FEF-0D8542E1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91D15-0DB3-C611-B41E-BA18D356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59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4F3D-4297-57AA-7D1F-CA837EF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0CA5B-11CD-AE27-EED7-9A9FD50DC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06B38-CEF6-4CCA-6487-3A2354347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937DA-940F-36AC-0D41-E651CFF8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8FFF9-9B01-99E1-F141-A88CCEAC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1DE04-CEAD-FE5A-18B8-3A16AFA3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86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5ABC-0870-B594-47D6-F515F24F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0084A-AFA4-ACA1-9E8B-8CB45ED64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69085-4910-DD8F-AF8C-05D4CCAEF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8311D-8400-A9DE-2614-E732D98D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1EA25-2FC8-1CD6-C009-98CEF32E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CDCE4-023F-327F-B877-A4CBDEE3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99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5607-6F36-CF97-F384-6106B81E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397B0-6B30-D534-B018-963BB6584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3B77-E9F4-36FF-DF0A-68F279A7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FCECB-97B5-619C-D5A7-64CE31BD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4B0C-1709-4F8F-409F-4ACF0BE7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440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0BC0E-2974-321C-0115-213FA3945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69933-C382-13AF-9BE8-12FB7768A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B042-9753-B400-0FA9-DAE6CFC4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25556-3B03-F2C8-873B-3C15D372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5FA2B-434F-828F-AA87-BAB13D25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05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61EF0-98AA-A8EF-0129-18EC7DEE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041B2-9E05-0C93-2218-B022E483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4B65-012F-FA22-F85D-9C8B3D4CC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63CA8-9B6D-4E3F-B156-40F0D683A5B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CF770-35C4-FAD8-0A38-71FC89F7E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C78A-DE54-9E96-44DF-C064445E7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5A641-80C9-455A-A9E7-10E3F4D37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2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D920F-87F5-C755-5F49-35433CF5E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" y="0"/>
            <a:ext cx="5357262" cy="3227749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4D2CB-5CCB-F63C-A376-A3DCD15E7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5728" y="3074776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</a:rPr>
              <a:t>CUBS &amp; SCOUTS </a:t>
            </a:r>
            <a:endParaRPr lang="en-GB" sz="4800" b="1" dirty="0">
              <a:solidFill>
                <a:srgbClr val="FFFFFF"/>
              </a:solidFill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D69F-D5B7-CA02-2585-09E43EA2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dirty="0"/>
              <a:t>WHO ARE SBS ?              WHY ARE WE HERE TODAY ?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52CA-2EB9-D911-B9C8-7F7EE079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3166" cy="44971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work for a charity called </a:t>
            </a:r>
            <a:r>
              <a:rPr lang="en-US" b="1" dirty="0"/>
              <a:t>Step by Step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Elevator pitch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We help young people that =</a:t>
            </a:r>
          </a:p>
          <a:p>
            <a:pPr marL="0" indent="0">
              <a:buNone/>
            </a:pPr>
            <a:r>
              <a:rPr lang="en-US" dirty="0"/>
              <a:t>- Don’t have a safe or stable place to live</a:t>
            </a:r>
            <a:br>
              <a:rPr lang="en-US" dirty="0"/>
            </a:br>
            <a:r>
              <a:rPr lang="en-US" dirty="0"/>
              <a:t>- Need a bit of extra help and support</a:t>
            </a:r>
            <a:br>
              <a:rPr lang="en-US" dirty="0"/>
            </a:br>
            <a:r>
              <a:rPr lang="en-US" dirty="0"/>
              <a:t>- Are building their confidence and future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35818-1E53-7D04-7BAF-F57C63EF2504}"/>
              </a:ext>
            </a:extLst>
          </p:cNvPr>
          <p:cNvSpPr txBox="1"/>
          <p:nvPr/>
        </p:nvSpPr>
        <p:spPr>
          <a:xfrm>
            <a:off x="6095999" y="1690688"/>
            <a:ext cx="54343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Today is about :</a:t>
            </a:r>
          </a:p>
          <a:p>
            <a:br>
              <a:rPr lang="en-US" sz="2400" dirty="0"/>
            </a:br>
            <a:r>
              <a:rPr lang="en-US" sz="2400" dirty="0"/>
              <a:t>- Thinking about what people need to live well</a:t>
            </a:r>
            <a:br>
              <a:rPr lang="en-US" sz="2400" dirty="0"/>
            </a:br>
            <a:r>
              <a:rPr lang="en-US" sz="2400" dirty="0"/>
              <a:t>- Making choices when things aren’t easy</a:t>
            </a:r>
            <a:br>
              <a:rPr lang="en-US" sz="2400" dirty="0"/>
            </a:br>
            <a:r>
              <a:rPr lang="en-US" sz="2400" dirty="0"/>
              <a:t>- Understanding how we can help</a:t>
            </a:r>
          </a:p>
          <a:p>
            <a:r>
              <a:rPr lang="en-US" sz="2400" dirty="0"/>
              <a:t>- Working as a team</a:t>
            </a:r>
            <a:br>
              <a:rPr lang="en-US" sz="2400" dirty="0"/>
            </a:br>
            <a:r>
              <a:rPr lang="en-US" sz="2400" dirty="0"/>
              <a:t>- Seeing what really matters in life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547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EA97-7978-38A2-E9FB-96BEC82E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one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4B5D-93F7-255E-23D2-0E93A8751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Two Groups – relay with a timer. </a:t>
            </a:r>
          </a:p>
        </p:txBody>
      </p:sp>
    </p:spTree>
    <p:extLst>
      <p:ext uri="{BB962C8B-B14F-4D97-AF65-F5344CB8AC3E}">
        <p14:creationId xmlns:p14="http://schemas.microsoft.com/office/powerpoint/2010/main" val="107527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6959-C3D0-97A3-14B2-BFCA6BF0A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53" y="266041"/>
            <a:ext cx="11060151" cy="6325917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Life is made up of different parts.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Life isn’t just one thing it’s lots of things that work together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HERO 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Home</a:t>
            </a:r>
            <a:r>
              <a:rPr lang="en-GB" dirty="0"/>
              <a:t> — a roof over our heads </a:t>
            </a:r>
          </a:p>
          <a:p>
            <a:r>
              <a:rPr lang="en-GB" b="1" dirty="0"/>
              <a:t>Essentials</a:t>
            </a:r>
            <a:r>
              <a:rPr lang="en-GB" dirty="0"/>
              <a:t> — things you need to stay healthy </a:t>
            </a:r>
          </a:p>
          <a:p>
            <a:r>
              <a:rPr lang="en-GB" b="1" dirty="0"/>
              <a:t>Relationships </a:t>
            </a:r>
            <a:r>
              <a:rPr lang="en-GB" dirty="0"/>
              <a:t>— people who support you</a:t>
            </a:r>
          </a:p>
          <a:p>
            <a:r>
              <a:rPr lang="en-GB" b="1" dirty="0"/>
              <a:t>Opportunities</a:t>
            </a:r>
            <a:r>
              <a:rPr lang="en-GB" dirty="0"/>
              <a:t> — things that help you learn and grow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010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0467-33A0-ED6F-B6A0-06608FC2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2 and 3.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31FE-1742-6937-D9A0-5C604E98A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 a table – sort things into areas, then do the post it’s onto the </a:t>
            </a:r>
            <a:r>
              <a:rPr lang="en-GB" dirty="0" err="1"/>
              <a:t>psoter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745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B3FC-4A91-1BE2-C472-3434D634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activity 3 </a:t>
            </a:r>
            <a:br>
              <a:rPr lang="en-US" dirty="0"/>
            </a:br>
            <a:r>
              <a:rPr lang="en-US" dirty="0"/>
              <a:t>poster What has this got to do with SBS ?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1665-8E9F-3EEC-697D-E610E5F11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help young people build all of these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Not just one</a:t>
            </a:r>
          </a:p>
          <a:p>
            <a:pPr marL="0" indent="0">
              <a:buNone/>
            </a:pPr>
            <a:r>
              <a:rPr lang="en-US" dirty="0"/>
              <a:t>Pictures illustrating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Zoom into the home pictures with what we do.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95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2A0C-2E28-00CD-5FF4-0CF9D2A1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All of this costs money – here’s </a:t>
            </a:r>
            <a:r>
              <a:rPr lang="en-US" dirty="0" err="1"/>
              <a:t>stevie</a:t>
            </a:r>
            <a:r>
              <a:rPr lang="en-US" dirty="0"/>
              <a:t> explaining better than I can - Real-life choices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A0BD-788E-C681-5B17-70BD2AFB3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b="1" dirty="0"/>
              <a:t>Insert budgeting video ( 18 isn’t cheaper 0.53 – 1.15 / 2.40 -3.37)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724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E1AA-05EF-48B1-FFA1-506363DA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Four &amp; Five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6204-3705-6219-F262-57FDEB12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are one of the young people we help, they have to manage on a set amount each week – for this exercise we’ll call it £50 (to make the maths easy) </a:t>
            </a:r>
          </a:p>
          <a:p>
            <a:endParaRPr lang="en-GB" dirty="0"/>
          </a:p>
          <a:p>
            <a:r>
              <a:rPr lang="en-GB" dirty="0"/>
              <a:t>You need to buy what you need for the week.  This about HERO and the four area’s you need to cover. </a:t>
            </a:r>
          </a:p>
          <a:p>
            <a:endParaRPr lang="en-GB" dirty="0"/>
          </a:p>
          <a:p>
            <a:r>
              <a:rPr lang="en-GB" dirty="0"/>
              <a:t>We then go through and talk about who’s got what and what price it was.     Write it in your magazine. </a:t>
            </a:r>
          </a:p>
        </p:txBody>
      </p:sp>
    </p:spTree>
    <p:extLst>
      <p:ext uri="{BB962C8B-B14F-4D97-AF65-F5344CB8AC3E}">
        <p14:creationId xmlns:p14="http://schemas.microsoft.com/office/powerpoint/2010/main" val="93066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76E2-28FA-7D7A-81DB-CF7A3893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90" y="50006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support can do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560A5-3C96-4B3F-0D86-42E2751E4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90" y="1513390"/>
            <a:ext cx="10515600" cy="4351338"/>
          </a:xfrm>
        </p:spPr>
        <p:txBody>
          <a:bodyPr/>
          <a:lstStyle/>
          <a:p>
            <a:r>
              <a:rPr lang="en-US" dirty="0"/>
              <a:t>Insert impact video – people we have helped good comments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Tyron’s story ( 0.25- 0.42)</a:t>
            </a:r>
          </a:p>
          <a:p>
            <a:pPr marL="0" indent="0">
              <a:buNone/>
            </a:pPr>
            <a:r>
              <a:rPr lang="en-GB" dirty="0"/>
              <a:t>Liam’s story (3.08- 4.12)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483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EDCB-EB15-913A-6A89-87608BAC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your HERO MOMENT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B1E5-00D0-46F0-E3E4-E6D75B7D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James - Hi guys great work today,  I was supported by Step by Step when I was young.  Now I travel all over the world for work.  My Hero moment was when I was able to give back to Step by Step and the people who helped me.    I can’t wait to hear what your HERO moments will be.     </a:t>
            </a:r>
            <a:br>
              <a:rPr lang="en-GB" dirty="0"/>
            </a:br>
            <a:r>
              <a:rPr lang="en-GB" i="1" dirty="0"/>
              <a:t>We don’t have this – James not well so can’t record it </a:t>
            </a:r>
            <a:r>
              <a:rPr lang="en-GB" i="1"/>
              <a:t>for us</a:t>
            </a:r>
            <a:endParaRPr lang="en-GB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Photos of what volunteers / SBS have done in the past to raise money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411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25DD323957A48842E8735FB5B7E83" ma:contentTypeVersion="13" ma:contentTypeDescription="Create a new document." ma:contentTypeScope="" ma:versionID="26b91820fe8d0911930d0c1b080939e7">
  <xsd:schema xmlns:xsd="http://www.w3.org/2001/XMLSchema" xmlns:xs="http://www.w3.org/2001/XMLSchema" xmlns:p="http://schemas.microsoft.com/office/2006/metadata/properties" xmlns:ns2="16f2b6f2-6e1b-4e2e-9729-67bf7742ac56" xmlns:ns3="0e764b41-81ef-4515-bb41-7e7972d913c9" targetNamespace="http://schemas.microsoft.com/office/2006/metadata/properties" ma:root="true" ma:fieldsID="63ce3cf40ffd075a9fb40cde409bf866" ns2:_="" ns3:_="">
    <xsd:import namespace="16f2b6f2-6e1b-4e2e-9729-67bf7742ac56"/>
    <xsd:import namespace="0e764b41-81ef-4515-bb41-7e7972d913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2b6f2-6e1b-4e2e-9729-67bf7742ac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786fec3-9058-4109-91ce-310b03c903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64b41-81ef-4515-bb41-7e7972d913c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71dfa2d-d90a-4858-a36c-4018d8e20732}" ma:internalName="TaxCatchAll" ma:showField="CatchAllData" ma:web="0e764b41-81ef-4515-bb41-7e7972d913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764b41-81ef-4515-bb41-7e7972d913c9" xsi:nil="true"/>
    <lcf76f155ced4ddcb4097134ff3c332f xmlns="16f2b6f2-6e1b-4e2e-9729-67bf7742ac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814D13-6380-4367-900E-41E5D72D379A}"/>
</file>

<file path=customXml/itemProps2.xml><?xml version="1.0" encoding="utf-8"?>
<ds:datastoreItem xmlns:ds="http://schemas.openxmlformats.org/officeDocument/2006/customXml" ds:itemID="{24CE9FBE-93FA-47B7-9FAE-4B73D821CADE}"/>
</file>

<file path=customXml/itemProps3.xml><?xml version="1.0" encoding="utf-8"?>
<ds:datastoreItem xmlns:ds="http://schemas.openxmlformats.org/officeDocument/2006/customXml" ds:itemID="{5C06E887-AA75-41B3-B50B-29D2C2866589}"/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535</Words>
  <Application>Microsoft Office PowerPoint</Application>
  <PresentationFormat>Widescreen</PresentationFormat>
  <Paragraphs>56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WHO ARE SBS ?              WHY ARE WE HERE TODAY ?</vt:lpstr>
      <vt:lpstr>Activity one </vt:lpstr>
      <vt:lpstr>PowerPoint Presentation</vt:lpstr>
      <vt:lpstr>Activity 2 and 3. </vt:lpstr>
      <vt:lpstr>After activity 3  poster What has this got to do with SBS ? </vt:lpstr>
      <vt:lpstr>All of this costs money – here’s stevie explaining better than I can - Real-life choices</vt:lpstr>
      <vt:lpstr>Activity Four &amp; Five </vt:lpstr>
      <vt:lpstr>What support can do  </vt:lpstr>
      <vt:lpstr>What’s your HERO MOMENT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Cook</dc:creator>
  <cp:lastModifiedBy>Nic Goom</cp:lastModifiedBy>
  <cp:revision>3</cp:revision>
  <dcterms:created xsi:type="dcterms:W3CDTF">2026-05-01T14:18:02Z</dcterms:created>
  <dcterms:modified xsi:type="dcterms:W3CDTF">2026-05-05T11:30:11Z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0x010100DC125DD323957A48842E8735FB5B7E83</vt:lpwstr>
  </property>
</Properties>
</file>